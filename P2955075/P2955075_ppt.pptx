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0" r:id="rId8"/>
    <p:sldId id="261" r:id="rId9"/>
    <p:sldId id="262" r:id="rId10"/>
    <p:sldId id="266" r:id="rId11"/>
    <p:sldId id="267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07" d="100"/>
          <a:sy n="107" d="100"/>
        </p:scale>
        <p:origin x="335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C610B-C0D6-4AB6-A731-73F42500DE1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7DF45-B8BA-4C23-906B-07F660FB430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dataset purpose and why deep learning comparison is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Include a model architecture diagram for ANN and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Insert graphs and confusion matrix visuals.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Fashion-MNIST Classification Using ANN and CNN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20000"/>
          </a:bodyPr>
          <a:lstStyle/>
          <a:p>
            <a:r>
              <a:t>Presenter: [</a:t>
            </a:r>
            <a:r>
              <a:rPr lang="en-US"/>
              <a:t>Ahsan Khalid</a:t>
            </a:r>
            <a:r>
              <a:t> / </a:t>
            </a:r>
            <a:r>
              <a:rPr lang="en-US"/>
              <a:t>P2955075</a:t>
            </a:r>
            <a:r>
              <a:t>]</a:t>
            </a:r>
          </a:p>
          <a:p>
            <a:r>
              <a:t>Course: [</a:t>
            </a:r>
            <a:r>
              <a:rPr lang="en-US"/>
              <a:t>Neural Systems</a:t>
            </a:r>
            <a:r>
              <a:t>]</a:t>
            </a:r>
          </a:p>
          <a:p>
            <a:r>
              <a:t>Date: [</a:t>
            </a:r>
            <a:r>
              <a:rPr lang="en-US"/>
              <a:t>17/11/2025</a:t>
            </a:r>
            <a:r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Fashion-MNIST is a benchmark image dataset for clothing classification.</a:t>
            </a:r>
          </a:p>
          <a:p>
            <a:pPr>
              <a:defRPr sz="2000"/>
            </a:pPr>
            <a:r>
              <a:t>Replaces MNIST digits with more complex visual features.</a:t>
            </a:r>
          </a:p>
          <a:p>
            <a:pPr>
              <a:defRPr sz="2000"/>
            </a:pPr>
            <a:r>
              <a:t>Project explores deep learning models to improve accuracy.</a:t>
            </a:r>
          </a:p>
          <a:p>
            <a:pPr>
              <a:defRPr sz="2000"/>
            </a:pPr>
            <a:r>
              <a:t>Comparison between ANN and CNN architectures.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/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Build, train, and evaluate ANN and CNN on Fashion-MNIST.</a:t>
            </a:r>
          </a:p>
          <a:p>
            <a:pPr>
              <a:defRPr sz="2000"/>
            </a:pPr>
            <a:r>
              <a:t>Compare accuracy and confusion patterns.</a:t>
            </a:r>
          </a:p>
          <a:p>
            <a:pPr>
              <a:defRPr sz="2000"/>
            </a:pPr>
            <a:r>
              <a:t>Apply best practices in preprocessing and model tuning.</a:t>
            </a:r>
          </a:p>
          <a:p>
            <a:pPr>
              <a:defRPr sz="2000"/>
            </a:pPr>
            <a:r>
              <a:t>Suggest improvements for future enhancement.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/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Frameworks: PyTorch.</a:t>
            </a:r>
          </a:p>
          <a:p>
            <a:pPr>
              <a:defRPr sz="2000"/>
            </a:pPr>
            <a:r>
              <a:t>ANN: fully connected layers with ReLU and Softmax.</a:t>
            </a:r>
          </a:p>
          <a:p>
            <a:pPr>
              <a:defRPr sz="2000"/>
            </a:pPr>
            <a:r>
              <a:t>CNN: convolutional + pooling layers for spatial features.</a:t>
            </a:r>
          </a:p>
          <a:p>
            <a:pPr>
              <a:defRPr sz="2000"/>
            </a:pPr>
            <a:r>
              <a:t>Evaluation: accuracy, loss curves, confusion matrix.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/ Materials /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Dataset: Fashion-MNIST (60k training, 10k test images).</a:t>
            </a:r>
          </a:p>
          <a:p>
            <a:pPr>
              <a:defRPr sz="2000"/>
            </a:pPr>
            <a:r>
              <a:t>Preprocessing: normalized pixel values (0–1).</a:t>
            </a:r>
          </a:p>
          <a:p>
            <a:pPr>
              <a:defRPr sz="2000"/>
            </a:pPr>
            <a:r>
              <a:t>Data split: training, validation, and testing sets.</a:t>
            </a:r>
          </a:p>
          <a:p>
            <a:pPr>
              <a:defRPr sz="2000"/>
            </a:pPr>
            <a:r>
              <a:t>Data loader used for batch 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/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ANN: 3 dense layers (input → hidden → output).</a:t>
            </a:r>
          </a:p>
          <a:p>
            <a:pPr>
              <a:defRPr sz="2000"/>
            </a:pPr>
            <a:r>
              <a:t>CNN: 2 convolutional layers + max pooling + FC output.</a:t>
            </a:r>
          </a:p>
          <a:p>
            <a:pPr>
              <a:defRPr sz="2000"/>
            </a:pPr>
            <a:r>
              <a:t>Training setup: Adam optimizer, CrossEntropy loss, 20 epochs.</a:t>
            </a:r>
          </a:p>
          <a:p>
            <a:pPr>
              <a:defRPr sz="2000"/>
            </a:pPr>
            <a:r>
              <a:t>GPU acceleration for faster 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/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ANN Accuracy ≈ 85%; CNN Accuracy ≈ 90–92%.</a:t>
            </a:r>
          </a:p>
          <a:p>
            <a:pPr>
              <a:defRPr sz="2000"/>
            </a:pPr>
            <a:r>
              <a:t>CNN outperforms ANN due to spatial learning.</a:t>
            </a:r>
          </a:p>
          <a:p>
            <a:pPr>
              <a:defRPr sz="2000"/>
            </a:pPr>
            <a:r>
              <a:t>Confusion between visually similar classes (e.g., coat vs. shirt).</a:t>
            </a:r>
          </a:p>
          <a:p>
            <a:pPr>
              <a:defRPr sz="2000"/>
            </a:pPr>
            <a:r>
              <a:t>Visuals: accuracy/loss curves, confusion matrix.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50597"/>
            <a:ext cx="9144000" cy="360740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153" y="-9859"/>
            <a:ext cx="4356847" cy="326763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35" y="-2393"/>
            <a:ext cx="4195482" cy="31466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3657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9329"/>
            <a:ext cx="9144000" cy="32586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/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CNN generalizes better through spatial hierarchies.</a:t>
            </a:r>
          </a:p>
          <a:p>
            <a:pPr>
              <a:defRPr sz="2000"/>
            </a:pPr>
            <a:r>
              <a:t>ANN limited by flat feature representation.</a:t>
            </a:r>
          </a:p>
          <a:p>
            <a:pPr>
              <a:defRPr sz="2000"/>
            </a:pPr>
            <a:r>
              <a:t>Dropout and regularization reduce overfitting.</a:t>
            </a:r>
          </a:p>
          <a:p>
            <a:pPr>
              <a:defRPr sz="2000"/>
            </a:pPr>
            <a:r>
              <a:t>Feature visualization enhances explainability.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/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CNN superior for image-based classification tasks.</a:t>
            </a:r>
          </a:p>
          <a:p>
            <a:pPr>
              <a:defRPr sz="2000"/>
            </a:pPr>
            <a:r>
              <a:t>Both models achieved strong learning performance.</a:t>
            </a:r>
          </a:p>
          <a:p>
            <a:pPr>
              <a:defRPr sz="2000"/>
            </a:pPr>
            <a:r>
              <a:t>Gained understanding of architecture design and evaluation.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 / 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Future Enhancements: data augmentation, advanced CNNs.</a:t>
            </a:r>
          </a:p>
          <a:p>
            <a:pPr>
              <a:defRPr sz="2000"/>
            </a:pPr>
            <a:r>
              <a:t>Add learning rate schedulers for optimization.</a:t>
            </a:r>
          </a:p>
          <a:p>
            <a:pPr>
              <a:defRPr sz="2000"/>
            </a:pPr>
            <a:r>
              <a:t>Acknowledgments: supervisor, PyTorch/TensorFlow resources.</a:t>
            </a:r>
          </a:p>
          <a:p>
            <a:pPr>
              <a:defRPr sz="2000"/>
            </a:pPr>
            <a:r>
              <a:t>References: Fashion-MNIST GitHub, related research papers.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2079</Words>
  <Application>WPS Presentation</Application>
  <PresentationFormat>On-screen Show (4:3)</PresentationFormat>
  <Paragraphs>68</Paragraphs>
  <Slides>12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Wingdings 3</vt:lpstr>
      <vt:lpstr>Arial</vt:lpstr>
      <vt:lpstr>Trebuchet MS</vt:lpstr>
      <vt:lpstr>Microsoft YaHei</vt:lpstr>
      <vt:lpstr>Arial Unicode MS</vt:lpstr>
      <vt:lpstr>Calibri</vt:lpstr>
      <vt:lpstr>Facet</vt:lpstr>
      <vt:lpstr>Fashion-MNIST Classification Using ANN and CNN</vt:lpstr>
      <vt:lpstr>Introduction</vt:lpstr>
      <vt:lpstr>Objectives / Goals</vt:lpstr>
      <vt:lpstr>Methodology / Approach</vt:lpstr>
      <vt:lpstr>Data / Materials / Inputs</vt:lpstr>
      <vt:lpstr>Implementation / Process</vt:lpstr>
      <vt:lpstr>Results / Findings</vt:lpstr>
      <vt:lpstr>PowerPoint 演示文稿</vt:lpstr>
      <vt:lpstr>PowerPoint 演示文稿</vt:lpstr>
      <vt:lpstr>Discussion / Interpretation</vt:lpstr>
      <vt:lpstr>Conclusion / Summary</vt:lpstr>
      <vt:lpstr>Future Work / Acknowledgments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WPS_1759656140</cp:lastModifiedBy>
  <cp:revision>5</cp:revision>
  <dcterms:created xsi:type="dcterms:W3CDTF">2013-01-27T09:14:00Z</dcterms:created>
  <dcterms:modified xsi:type="dcterms:W3CDTF">2025-11-03T15:48:29Z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687D79B8EBC04AFA9C98CBCFAE272CF5_12</vt:lpwstr>
  </property>
  <property fmtid="{D5CDD505-2E9C-101B-9397-08002B2CF9AE}" pid="3" name="KSOProductBuildVer">
    <vt:lpwstr>1033-12.2.0.23131</vt:lpwstr>
  </property>
</Properties>
</file>